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377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18288"/>
          <a:lstStyle/>
          <a:p>
            <a:pPr algn="ctr"/>
            <a:r>
              <a:rPr b="1" sz="800">
                <a:solidFill>
                  <a:srgbClr val="059669"/>
                </a:solidFill>
                <a:latin typeface="Arial"/>
              </a:rPr>
              <a:t>Analyse vérifiée par 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589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69494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Généré le: 2026-05-21 13:31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1430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2710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5819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5146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6426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Modèle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9535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SaaS / abonnement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Résumé exécutif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rial"/>
              </a:rPr>
              <a:t>Cette analyse SaaS / abonnement montre des revenus de 137300.0, un profit de 38650.0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KPIs principaux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pic>
        <p:nvPicPr>
          <p:cNvPr id="4" name="Picture 3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pic>
        <p:nvPicPr>
          <p:cNvPr id="4" name="Picture 3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Prévisions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Risques principaux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Le churn client est élevé.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Opportunités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Améliorer la rétention client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Développer l’acquisition efficace avec prudence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Utiliser la rentabilité saine pour financer une croissance ciblée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L’entreprise combine croissance et solidité de marge.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La croissance et la rentabilité sont toutes deux positives.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L’entreprise progresse tout en conservant une marge bénéficiaire saine.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L’efficacité marketing semble saine.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Le ROAS est dans une zone saine, ce qui suggère que les dépenses d’acquisition génèrent un retour.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Analyser les raisons du churn et le moment des annulations.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Améliorer l’onboarding et le suivi customer success.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Prioriser la réduction du churn avant d’augmenter les dépenses d’acquisition.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Qualité des données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