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38404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Runexa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77724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Rapport exécutif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71323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BD5E1"/>
                </a:solidFill>
                <a:latin typeface="Arial"/>
              </a:rPr>
              <a:t>Présentation business prête pour comité de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108960"/>
            <a:ext cx="68580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rial"/>
              </a:rPr>
              <a:t>Généré le: 2026-05-21 13:56 UTC
Fichier source: runexa_business_test_ecommerce_saas.csv
Modèle business: SaaS / abonnement
Devise: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49640" y="11430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50808" y="128930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Santé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0808" y="1618488"/>
            <a:ext cx="2432304" cy="612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69748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0808" y="284378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0808" y="317296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$137,300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251960"/>
            <a:ext cx="2834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8" y="4398264"/>
            <a:ext cx="24323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4727448"/>
            <a:ext cx="24323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897880"/>
            <a:ext cx="5303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86EFAC"/>
                </a:solidFill>
                <a:latin typeface="Arial"/>
              </a:rPr>
              <a:t>Analyse vérifiée par les données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Résumé exécutif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69848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rial"/>
              </a:rPr>
              <a:t>Cette analyse SaaS / abonnement montre des revenus de $137,300, un profit de $38,650 et une marge bénéficiaire de 28.15%. La croissance des revenus est de 10.32% et le cashflow est Positif. Le score de santé backend est de 73/100 (Sain). Le moteur d’anomalies classe la situation actuelle comme Critique. Le churn client est élevé à 28.65%, ce qui doit être traité en priorité.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D97706"/>
                </a:solidFill>
                <a:latin typeface="Arial"/>
              </a:rPr>
              <a:t>Décision prioritaire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rial"/>
              </a:rPr>
              <a:t>Prioriser la rétention avant d’augmenter l’acquisition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43400"/>
            <a:ext cx="10698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 Le backend a détecté Churn client = 28.65.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KPIs principaux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$137,300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Dépenses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$98,650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$38,650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Marge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Croissance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Cashflow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positif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4" name="Picture 3" descr="business_char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440680" cy="4343400"/>
          </a:xfrm>
          <a:prstGeom prst="rect">
            <a:avLst/>
          </a:prstGeom>
        </p:spPr>
      </p:pic>
      <p:pic>
        <p:nvPicPr>
          <p:cNvPr id="5" name="Picture 4" descr="business_char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4" name="Picture 3" descr="business_chart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440680" cy="4343400"/>
          </a:xfrm>
          <a:prstGeom prst="rect">
            <a:avLst/>
          </a:prstGeom>
        </p:spPr>
      </p:pic>
      <p:pic>
        <p:nvPicPr>
          <p:cNvPr id="5" name="Picture 4" descr="business_chart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34440"/>
            <a:ext cx="534924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Tendances financières</a:t>
            </a:r>
          </a:p>
        </p:txBody>
      </p:sp>
      <p:pic>
        <p:nvPicPr>
          <p:cNvPr id="4" name="Picture 3" descr="business_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544068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Prévisions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mois prochain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$29,752.62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Revenus prochain trimestre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$89,257.86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hausse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Risque cashflow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faible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302666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Volatilité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35584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D97706"/>
                </a:solidFill>
                <a:latin typeface="Arial"/>
              </a:rPr>
              <a:t>moyen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1772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rial"/>
              </a:rPr>
              <a:t>La prévision est basée sur les revenus mensuels récents, une croissance plafonnée et une moyenne pondérée prudente. Elle doit être considérée comme indicative, non garantie.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Risques principaux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Le churn client est élevé.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Opportunités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Améliorer la rétention client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Réduire le churn peut améliorer la qualité des revenus récurrents, la LTV et l’efficacité de croissance.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Développer l’acquisition efficace avec prudence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Le ROAS et l’efficacité CAC sont sains, ce qui suggère que l’acquisition peut être augmentée avec suivi.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Utiliser la rentabilité saine pour financer une croissance ciblée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L’entreprise combine croissance et solidité de marge.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La croissance et la rentabilité sont toutes deux positives.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L’entreprise progresse tout en conservant une marge bénéficiaire saine.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L’efficacité marketing semble saine.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Le ROAS est dans une zone saine, ce qui suggère que les dépenses d’acquisition génèrent un retour.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Recommandations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Analyser les raisons du churn et le moment des annulations.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Améliorer l’onboarding et le suivi customer success.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Un churn élevé réduit la qualité de la croissance et peut rendre les dépenses d’acquisition moins efficaces.</a:t>
            </a:r>
          </a:p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Prioriser la réduction du churn avant d’augmenter les dépenses d’acquisition.</a:t>
            </a:r>
          </a:p>
          <a:p>
            <a:pPr algn="l" lvl="1"/>
            <a:r>
              <a:rPr sz="1000">
                <a:solidFill>
                  <a:srgbClr val="64748B"/>
                </a:solidFill>
                <a:latin typeface="Arial"/>
              </a:rPr>
              <a:t>Améliore la rétention, la LTV et la stabilité des revenus récurrents.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rial"/>
              </a:rPr>
              <a:t>Qualité des données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Score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2168" y="1289304"/>
            <a:ext cx="266090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02168" y="1618488"/>
            <a:ext cx="2660904" cy="7040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100" b="1">
                <a:solidFill>
                  <a:srgbClr val="0F172A"/>
                </a:solidFill>
                <a:latin typeface="Arial"/>
              </a:rPr>
              <a:t>$125.73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b="1" sz="1300">
                <a:solidFill>
                  <a:srgbClr val="0F172A"/>
                </a:solidFill>
                <a:latin typeface="Arial"/>
              </a:rPr>
              <a:t>• Aucune limitation majeure détectée.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