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38404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Runexa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77724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Rapport exécutif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12848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rial"/>
              </a:rPr>
              <a:t>Présentation business prête pour comité de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08960"/>
            <a:ext cx="68580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rial"/>
              </a:rPr>
              <a:t>Généré le: 2026-05-21 14:08 UTC
Fichier source: runexa_business_test_ecommerce_saas.csv
Modèle business: SaaS / abonnement
Devise: USD 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14300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50808" y="1289304"/>
            <a:ext cx="24323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Santé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50808" y="1618488"/>
            <a:ext cx="2432304" cy="6126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73/100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697480"/>
            <a:ext cx="2834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2843784"/>
            <a:ext cx="24323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3172968"/>
            <a:ext cx="24323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$137,300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4251960"/>
            <a:ext cx="2834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0808" y="4398264"/>
            <a:ext cx="24323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8" y="4727448"/>
            <a:ext cx="24323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$38,650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897880"/>
            <a:ext cx="5303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86EFAC"/>
                </a:solidFill>
                <a:latin typeface="Arial"/>
              </a:rPr>
              <a:t>Analyse vérifiée par les données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L’activité progresse avec rentabilité, mais la qualité de rétention exige une attention prioritaire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67208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54864" cy="1965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46504"/>
            <a:ext cx="6400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Résumé exécutif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640080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Cette analyse SaaS / abonnement montre des revenus de $137,300, un profit de $38,650 et une marge bénéficiaire de 28.15%. La croissance des revenus est de 10.32% et le cashflow est Positif. Le score de santé backend est de 73/100 (Sain). Le moteur d’anomalies classe la situation actuelle comme Critique. Le churn client est élevé à 28.65%, ce qui doit être traité en priorité.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600200"/>
            <a:ext cx="37947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1600200"/>
            <a:ext cx="54864" cy="1965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746504"/>
            <a:ext cx="3474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D97706"/>
                </a:solidFill>
                <a:latin typeface="Arial"/>
              </a:rPr>
              <a:t>Décision prioritaire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2039112"/>
            <a:ext cx="347472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Prioriser la rétention avant d’augmenter l’acquisition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86200"/>
            <a:ext cx="1037844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 Le backend a détecté Churn client = 28.65.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074920"/>
            <a:ext cx="3291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5074920"/>
            <a:ext cx="54864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5221224"/>
            <a:ext cx="2971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rial"/>
              </a:rPr>
              <a:t>Implication exécutive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5513832"/>
            <a:ext cx="2971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critique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5074920"/>
            <a:ext cx="3291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5074920"/>
            <a:ext cx="54864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5221224"/>
            <a:ext cx="2971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D97706"/>
                </a:solidFill>
                <a:latin typeface="Arial"/>
              </a:rPr>
              <a:t>Point de vigilance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5513832"/>
            <a:ext cx="2971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faible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5074920"/>
            <a:ext cx="36118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18120" y="5074920"/>
            <a:ext cx="54864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9288" y="5221224"/>
            <a:ext cx="32918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Priorité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9288" y="5513832"/>
            <a:ext cx="32918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Analyser les raisons du churn et le moment des annulations.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Les fondamentaux financiers résument le profil opérationnel actuel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465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756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$137,300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7465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Dépenses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0756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rial"/>
              </a:rPr>
              <a:t>$98,650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6002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7465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20756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$38,650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375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4838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Marge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8130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28.15%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3375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4838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Croissance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8130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10.32%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33375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2168" y="34838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Cashflow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38130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positif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La dynamique des revenus progresse plus vite que la pression des coûts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pic>
        <p:nvPicPr>
          <p:cNvPr id="5" name="Picture 4" descr="business_char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349240" cy="3977639"/>
          </a:xfrm>
          <a:prstGeom prst="rect">
            <a:avLst/>
          </a:prstGeom>
        </p:spPr>
      </p:pic>
      <p:pic>
        <p:nvPicPr>
          <p:cNvPr id="6" name="Picture 5" descr="business_char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5349240" cy="39776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5778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577840"/>
            <a:ext cx="54864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724144"/>
            <a:ext cx="10378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Implication exécutive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6016752"/>
            <a:ext cx="10378440" cy="640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Les perspectives restent positives si la discipline d’exécution est maintenue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La dynamique des revenus progresse plus vite que la pression des coûts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pic>
        <p:nvPicPr>
          <p:cNvPr id="5" name="Picture 4" descr="business_char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349240" cy="3977639"/>
          </a:xfrm>
          <a:prstGeom prst="rect">
            <a:avLst/>
          </a:prstGeom>
        </p:spPr>
      </p:pic>
      <p:pic>
        <p:nvPicPr>
          <p:cNvPr id="6" name="Picture 5" descr="business_chart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5349240" cy="39776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5778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577840"/>
            <a:ext cx="54864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724144"/>
            <a:ext cx="10378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Implication exécutive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6016752"/>
            <a:ext cx="10378440" cy="640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Les perspectives restent positives si la discipline d’exécution est maintenue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La dynamique des revenus progresse plus vite que la pression des coûts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pic>
        <p:nvPicPr>
          <p:cNvPr id="5" name="Picture 4" descr="business_char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417320"/>
            <a:ext cx="9921240" cy="4069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5778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5577840"/>
            <a:ext cx="54864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5724144"/>
            <a:ext cx="10378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Implication exécutive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6016752"/>
            <a:ext cx="10378440" cy="640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Les perspectives restent positives si la discipline d’exécution est maintenue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Les perspectives restent positives si la discipline d’exécution est maintenue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465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 mois prochain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756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$29,752.62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7465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 prochain trimestre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0756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$89,257.86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6002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7465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20756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hausse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375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4838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Risque cashflow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8130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rial"/>
              </a:rPr>
              <a:t>faible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3375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4838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Volatilité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8130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rial"/>
              </a:rPr>
              <a:t>moyen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983480"/>
            <a:ext cx="10698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La prévision est basée sur les revenus mensuels récents, une croissance plafonnée et une moyenne pondérée prudente. Elle doit être considérée comme indicative, non garantie.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Les principaux risques doivent être traités avant une montée en puissance agressive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Risques principaux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54864" cy="16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55064"/>
            <a:ext cx="4754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Arial"/>
              </a:rPr>
              <a:t>Le churn client est élevé.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47672"/>
            <a:ext cx="47548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Les meilleures opportunités se concentrent sur des leviers de croissance ciblés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Opportunités principales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54864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55064"/>
            <a:ext cx="4754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rial"/>
              </a:rPr>
              <a:t>Améliorer la rétention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47672"/>
            <a:ext cx="47548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Réduire le churn peut améliorer la qualité des revenus récurrents, la LTV et l’efficacité de croissance.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54864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655064"/>
            <a:ext cx="4754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rial"/>
              </a:rPr>
              <a:t>Développer l’acquisition efficace avec prudence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947672"/>
            <a:ext cx="47548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Le ROAS et l’efficacité CAC sont sains, ce qui suggère que l’acquisition peut être augmentée avec suivi.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044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520440"/>
            <a:ext cx="54864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666744"/>
            <a:ext cx="4754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rial"/>
              </a:rPr>
              <a:t>Utiliser la rentabilité saine pour financer une croissance ciblée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959352"/>
            <a:ext cx="47548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L’entreprise combine croissance et solidité de marge.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52044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520440"/>
            <a:ext cx="54864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666744"/>
            <a:ext cx="4754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rial"/>
              </a:rPr>
              <a:t>La croissance et la rentabilité sont toutes deux positives.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959352"/>
            <a:ext cx="47548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L’entreprise progresse tout en conservant une marge bénéficiaire saine.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Les actions de management doivent prioriser les décisions à plus fort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Recommandations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54864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55064"/>
            <a:ext cx="4754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Analyser les raisons du churn et le moment des annulations.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47672"/>
            <a:ext cx="47548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54864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655064"/>
            <a:ext cx="4754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Améliorer l’onboarding et le suivi customer success.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947672"/>
            <a:ext cx="47548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044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520440"/>
            <a:ext cx="54864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666744"/>
            <a:ext cx="4754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Prioriser la réduction du churn avant d’augmenter les dépenses d’acquisition.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959352"/>
            <a:ext cx="47548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Améliore la rétention, la LTV et la stabilité des revenus récurrents.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L’analyse est appuyée par les données et adaptée à une revue exécutive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Qualité des données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465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Score qualité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756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100/100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7465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ROAS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0756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3.56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6002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7465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CAC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20756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$125.73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1051560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Aucune limitation majeure détectée.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