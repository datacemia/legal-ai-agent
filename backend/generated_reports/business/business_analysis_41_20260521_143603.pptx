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rial"/>
              </a:rPr>
              <a:t>Généré le: 2026-05-21 14:36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$137,300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Analyse vérifiée par les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L’activité progresse avec rentabilité, mais la qualité de rétention exige une attention prioritaire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6720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6400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Résumé exécutif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640080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Cette analyse SaaS / abonnement montre des revenus de $137,300, un profit de $38,650 et une marge bénéficiaire de 28.15%. La croissance des revenus est de 10.32% et le cashflow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72768"/>
            <a:ext cx="37947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572768"/>
            <a:ext cx="54864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719072"/>
            <a:ext cx="3474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048256"/>
            <a:ext cx="347472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05072"/>
            <a:ext cx="103784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38928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138928"/>
            <a:ext cx="54864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2852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Implication exécutive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614416"/>
            <a:ext cx="2971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critique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5138928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5138928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85232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Point de vigilance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5614416"/>
            <a:ext cx="29718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faible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5138928"/>
            <a:ext cx="3611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5138928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5285232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Priorité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5614416"/>
            <a:ext cx="3291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fondamentaux financiers résument le profil opérationnel actuel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5349240" cy="3886200"/>
          </a:xfrm>
          <a:prstGeom prst="rect">
            <a:avLst/>
          </a:prstGeom>
        </p:spPr>
      </p:pic>
      <p:pic>
        <p:nvPicPr>
          <p:cNvPr id="6" name="Picture 5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534924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5349240" cy="3886200"/>
          </a:xfrm>
          <a:prstGeom prst="rect">
            <a:avLst/>
          </a:prstGeom>
        </p:spPr>
      </p:pic>
      <p:pic>
        <p:nvPicPr>
          <p:cNvPr id="6" name="Picture 5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534924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La dynamique des revenus progresse plus vite que la pression des coûts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pic>
        <p:nvPicPr>
          <p:cNvPr id="5" name="Picture 4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72768"/>
            <a:ext cx="9921240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596128"/>
            <a:ext cx="1069848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59612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742432"/>
            <a:ext cx="10378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Implication exécutive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6071616"/>
            <a:ext cx="10378440" cy="-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perspectives restent positives si la discipline d’exécution est maintenue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Score de santé: 73/100 · Croissance des revenus: 10.32% · Marge bénéficiaire: 28.15%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Risque de cashflow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12724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27355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60273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30368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principaux risques doivent être traités avant une montée en puissance agressive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Risques principaux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Le churn client est élevé.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meilleures opportunités se concentrent sur des leviers de croissance ciblés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Opportunités principales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Améliorer la rétention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Développer l’acquisition efficace avec prudence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Utiliser la rentabilité saine pour financer une croissance ciblée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L’entreprise combine croissance et solidité de marge.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493008"/>
            <a:ext cx="54864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La croissance et la rentabilité sont toutes deux positives.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L’entreprise progresse tout en conservant une marge bénéficiaire saine.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Les actions de management doivent prioriser les décisions à plus fort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Recommandations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Analyser les raisons du churn et le moment des annulations.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7276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1907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Améliorer l’onboarding et le suivi customer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4825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93008"/>
            <a:ext cx="4828032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54864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4507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Prioriser la réduction du churn avant d’augmenter les dépenses d’acquisition.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68496"/>
            <a:ext cx="4507992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L’analyse est appuyée par les données et adaptée à une revue exécutive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5156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"/>
              </a:rPr>
              <a:t>Qualité des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72768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719072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48256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