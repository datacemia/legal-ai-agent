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205740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18288"/>
          <a:lstStyle/>
          <a:p>
            <a:pPr algn="ctr"/>
            <a:r>
              <a:rPr b="1" sz="800">
                <a:solidFill>
                  <a:srgbClr val="059669"/>
                </a:solidFill>
                <a:latin typeface="Arial"/>
              </a:rPr>
              <a:t>تحليل موثوق بالبيانات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75895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400" b="1">
                <a:solidFill>
                  <a:srgbClr val="0F172A"/>
                </a:solidFill>
                <a:latin typeface="Arial"/>
              </a:rPr>
              <a:t>تقرير تنفيذي للأعمال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7315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عرض أعمال جاهز لمجلس الإدارة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675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تم الإنشاء في: 2026-05-21 12:37 UTC
الملف المصدر: runexa_business_test_ecommerce_saas.csv
نوع النشاط: SaaS / اشتراك
العملة: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80160"/>
            <a:ext cx="29718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22792" y="1426464"/>
            <a:ext cx="26426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صحة الأعمال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1719072"/>
            <a:ext cx="264261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651760"/>
            <a:ext cx="29718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798064"/>
            <a:ext cx="26426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نوع النشاط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3090672"/>
            <a:ext cx="264261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SaaS / اشتراك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الملخص التنفيذي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500" b="0">
                <a:solidFill>
                  <a:srgbClr val="0F172A"/>
                </a:solidFill>
                <a:latin typeface="Arial"/>
              </a:rPr>
              <a:t>يوضح تحليل SaaS / اشتراك إيرادات قدرها 137300.0، وربحًا قدره 38650.0، وهامش ربح قدره 28.15%. نمو الإيرادات هو 10.32% والتدفق النقدي إيجابي. درجة صحة النشاط من النظام الخلفي هي 73/100 (صحي). يصنف محرك الشذوذ الوضع الحالي على أنه حرج. معدل فقدان العملاء مرتفع عند 28.65% ويجب التعامل معه كأولوية.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2900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600" b="1">
                <a:solidFill>
                  <a:srgbClr val="D97706"/>
                </a:solidFill>
                <a:latin typeface="Arial"/>
              </a:rPr>
              <a:t>القرار الأولوي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6984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F172A"/>
                </a:solidFill>
                <a:latin typeface="Arial"/>
              </a:rPr>
              <a:t>إعطاء الأولوية للاحتفاظ بالعملاء قبل توسيع الاكتساب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34840"/>
            <a:ext cx="10698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 اكتشف النظام الخلفي معدل فقدان العملاء = 28.65.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المؤشرات الأساسية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38074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الإيرادات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7335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137,300 $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38074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المصاريف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67335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rial"/>
              </a:rPr>
              <a:t>98,650 $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23444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38074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الأرباح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67335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38,650 $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718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1810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الهامش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4107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9718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11810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النمو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4107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9718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11810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التدفق النقدي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34107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إيجابي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التوقعات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38074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إيرادات الشهر القادم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7335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29,752.62 $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38074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إيرادات الربع القادم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67335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89,257.86 $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23444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38074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67335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718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1810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Cashflow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4107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rial"/>
              </a:rPr>
              <a:t>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9718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11810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Volatility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4107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rial"/>
              </a:rPr>
              <a:t>متوسط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تعتمد التوقعات على الإيرادات الشهرية الأخيرة، ونمو محدود، ومتوسط مرجح محافظ. يجب اعتبارها اتجاهية وليست مضمونة.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أهم المخاطر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3327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معدل فقدان العملاء مرتفع.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أهم الفرص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3327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تحسين الاحتفاظ بالعملاء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تقليل فقدان العملاء يمكن أن يحسن جودة الإيرادات المتكررة وقيمة العميل وكفاءة النمو.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توسيع الاكتساب الفعال بحذر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عائد الإنفاق الإعلاني وكفاءة تكلفة اكتساب العميل في وضع صحي، مما يشير إلى إمكانية توسيع الاكتساب مع المراقبة.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استخدام الربحية الصحية لتمويل نمو مركز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النشاط يجمع بين النمو وقوة هامش الربح.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النمو والربحية كلاهما إيجابيان.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النشاط ينمو مع الحفاظ على هامش ربح صحي.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تبدو كفاءة التسويق صحية.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عائد الإنفاق الإعلاني ضمن نطاق صحي، مما يشير إلى أن إنفاق الاكتساب يحقق عائدًا.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التوصيات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3327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تحليل أسباب فقدان العملاء وتوقيت الإلغاءات.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تحسين تهيئة العملاء ومتابعة نجاح العملاء.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إعطاء الأولوية لتقليل فقدان العملاء قبل زيادة الإنفاق على الاكتساب.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يحسن الاحتفاظ وقيمة العميل واستقرار الإيرادات المتكررة.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جودة البيانات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38074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Quality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7335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38074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67335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23444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380744"/>
            <a:ext cx="2734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67335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125.73 $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1033272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No major data limitations detected.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