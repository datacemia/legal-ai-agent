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14:34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L’activité progresse avec rentabilité, mais la qualité de rétention exige une attention prioritaire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6720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Résumé exécutif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64008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72768"/>
            <a:ext cx="3794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72768"/>
            <a:ext cx="54864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19072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48256"/>
            <a:ext cx="34747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05072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138928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Implication exécutive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critique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138928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Point de 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faible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138928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138928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285232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Priorité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614416"/>
            <a:ext cx="3291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fondamentaux financiers résument le profil opérationnel actuel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72768"/>
            <a:ext cx="992124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de cashflow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principaux risques doivent être traités avant une montée en puissance agressive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Risques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Le churn client est élevé.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meilleures opportunités se concentrent sur des leviers de croissance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Opportunités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Améliorer la rétention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Développer l’acquisition efficace avec prudence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Utiliser la rentabilité saine pour financer une croissance ciblée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L’entreprise combine croissance et solidité de marge.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La croissance et la rentabilité sont toutes deux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L’entreprise progresse tout en conservant une marge bénéficiaire saine.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actions de management doivent prioriser les décisions à plus fort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Améliorer l’onboarding et le suivi customer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Prioriser la réduction du churn avant d’augmenter les dépenses d’acquisition.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L’analyse est appuyée par les données et adaptée à une revue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Qualité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