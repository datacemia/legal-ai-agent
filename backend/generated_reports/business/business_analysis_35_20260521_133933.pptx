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38404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Runexa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77724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Rapport exécutif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rial"/>
              </a:rPr>
              <a:t>Présentation business prête pour comité de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08960"/>
            <a:ext cx="68580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rial"/>
              </a:rPr>
              <a:t>Généré le: 2026-05-21 13:39 UTC
Fichier source: runexa_business_test_ecommerce_saas.csv
Modèle business: SaaS / abonnement
Devise: USD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1430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50808" y="128930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Santé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0808" y="1618488"/>
            <a:ext cx="2432304" cy="6126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73/100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69748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284378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3172968"/>
            <a:ext cx="24323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$137,300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425196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0808" y="439826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4727448"/>
            <a:ext cx="24323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$38,650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897880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86EFAC"/>
                </a:solidFill>
                <a:latin typeface="Arial"/>
              </a:rPr>
              <a:t>Analyse vérifiée par les données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Résumé exécutif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98480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Arial"/>
              </a:rPr>
              <a:t>Cette analyse SaaS / abonnement montre des revenus de $137,300, un profit de $38,650 et une marge bénéficiaire de 28.15%. La croissance des revenus est de 10.32% et le cashffaible est Positif. Le score de santé backend est de 73/100 (Sain). Le moteur d’anomalies classe la situation actuelle comme Critique. Le churn client est élevé à 28.65%, ce qui doit être traité en priorité.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Arial"/>
              </a:rPr>
              <a:t>Décision prioritaire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94760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Prioriser la rétention avant d’augmenter l’acquisition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343400"/>
            <a:ext cx="106984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 Le backend a détecté Churn client = 28.65.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KPIs principaux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$137,300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Dépenses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$98,650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$38,650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803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0266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Marge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3558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28.15%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8803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30266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Croissance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3558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10.32%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8803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30266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Cashflow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33558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positif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Tendances financières</a:t>
            </a:r>
          </a:p>
        </p:txBody>
      </p:sp>
      <p:pic>
        <p:nvPicPr>
          <p:cNvPr id="4" name="Picture 3" descr="business_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440680" cy="4343400"/>
          </a:xfrm>
          <a:prstGeom prst="rect">
            <a:avLst/>
          </a:prstGeom>
        </p:spPr>
      </p:pic>
      <p:pic>
        <p:nvPicPr>
          <p:cNvPr id="5" name="Picture 4" descr="business_char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49240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Tendances financières</a:t>
            </a:r>
          </a:p>
        </p:txBody>
      </p:sp>
      <p:pic>
        <p:nvPicPr>
          <p:cNvPr id="4" name="Picture 3" descr="business_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440680" cy="4343400"/>
          </a:xfrm>
          <a:prstGeom prst="rect">
            <a:avLst/>
          </a:prstGeom>
        </p:spPr>
      </p:pic>
      <p:pic>
        <p:nvPicPr>
          <p:cNvPr id="5" name="Picture 4" descr="business_chart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49240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Tendances financières</a:t>
            </a:r>
          </a:p>
        </p:txBody>
      </p:sp>
      <p:pic>
        <p:nvPicPr>
          <p:cNvPr id="4" name="Picture 3" descr="business_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44068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Prévisions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 mois prochain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$29,752.62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 prochain trimestre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$89,257.86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hausse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803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0266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Risque cashflow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3558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faible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8803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30266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Volatilité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3558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moyen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10698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La prévision est basée sur les revenus mensuels récents, une croissance plafonnée et une moyenne pondérée prudente. Elle doit être considérée comme indicative, non garantie.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Risques principaux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Le churn client est élevé.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Opportunités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Améliorer la rétention client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Réduire le churn peut améliorer la qualité des revenus récurrents, la LTV et l’efficacité de croissance.</a:t>
            </a:r>
          </a:p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Développer l’acquisition efficace avec prudence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Le ROAS et l’efficacité CAC sont sains, ce qui suggère que l’acquisition peut être augmentée avec suivi.</a:t>
            </a:r>
          </a:p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Utiliser la rentabilité saine pour financer une croissance ciblée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L’entreprise combine croissance et solidité de marge.</a:t>
            </a:r>
          </a:p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La croissance et la rentabilité sont toutes deux positives.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L’entreprise progresse tout en conservant une marge bénéficiaire saine.</a:t>
            </a:r>
          </a:p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L’efficacité marketing semble saine.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Le ROAS est dans une zone saine, ce qui suggère que les dépenses d’acquisition génèrent un retour.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Recommandations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Analyser les raisons du churn et le moment des annulations.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Améliorer l’onboarding et le suivi customer success.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Prioriser la réduction du churn avant d’augmenter les dépenses d’acquisition.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Améliore la rétention, la LTV et la stabilité des revenus récurrents.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Qualité des données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Score qualité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100/100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ROAS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3.56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$125.73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105156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Aucune limitation majeure détectée.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